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9" r:id="rId2"/>
    <p:sldId id="256" r:id="rId3"/>
    <p:sldId id="257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D2F4E-5470-4195-A5AD-FE761DB6609C}" v="1" dt="2026-04-23T05:42:27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i sah" userId="e52f58e9881f5ccf" providerId="LiveId" clId="{6229302C-A2DA-4BBA-A777-18BFAFF83ADF}"/>
    <pc:docChg chg="custSel addSld delSld modSld sldOrd">
      <pc:chgData name="Bani sah" userId="e52f58e9881f5ccf" providerId="LiveId" clId="{6229302C-A2DA-4BBA-A777-18BFAFF83ADF}" dt="2026-04-23T16:53:58.699" v="168" actId="1076"/>
      <pc:docMkLst>
        <pc:docMk/>
      </pc:docMkLst>
      <pc:sldChg chg="modSp mod">
        <pc:chgData name="Bani sah" userId="e52f58e9881f5ccf" providerId="LiveId" clId="{6229302C-A2DA-4BBA-A777-18BFAFF83ADF}" dt="2026-04-23T16:51:54.115" v="153" actId="20577"/>
        <pc:sldMkLst>
          <pc:docMk/>
          <pc:sldMk cId="0" sldId="256"/>
        </pc:sldMkLst>
        <pc:spChg chg="mod">
          <ac:chgData name="Bani sah" userId="e52f58e9881f5ccf" providerId="LiveId" clId="{6229302C-A2DA-4BBA-A777-18BFAFF83ADF}" dt="2026-04-23T16:51:54.115" v="153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Bani sah" userId="e52f58e9881f5ccf" providerId="LiveId" clId="{6229302C-A2DA-4BBA-A777-18BFAFF83ADF}" dt="2026-04-23T16:53:44.939" v="166" actId="14100"/>
        <pc:sldMkLst>
          <pc:docMk/>
          <pc:sldMk cId="0" sldId="258"/>
        </pc:sldMkLst>
        <pc:spChg chg="mod">
          <ac:chgData name="Bani sah" userId="e52f58e9881f5ccf" providerId="LiveId" clId="{6229302C-A2DA-4BBA-A777-18BFAFF83ADF}" dt="2026-04-23T16:53:29.578" v="16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Bani sah" userId="e52f58e9881f5ccf" providerId="LiveId" clId="{6229302C-A2DA-4BBA-A777-18BFAFF83ADF}" dt="2026-04-23T16:53:44.939" v="166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Bani sah" userId="e52f58e9881f5ccf" providerId="LiveId" clId="{6229302C-A2DA-4BBA-A777-18BFAFF83ADF}" dt="2026-04-23T16:52:28.119" v="158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Bani sah" userId="e52f58e9881f5ccf" providerId="LiveId" clId="{6229302C-A2DA-4BBA-A777-18BFAFF83ADF}" dt="2026-04-23T16:52:40.999" v="160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Bani sah" userId="e52f58e9881f5ccf" providerId="LiveId" clId="{6229302C-A2DA-4BBA-A777-18BFAFF83ADF}" dt="2026-04-23T16:52:02.596" v="154" actId="1076"/>
          <ac:spMkLst>
            <pc:docMk/>
            <pc:sldMk cId="0" sldId="258"/>
            <ac:spMk id="34" creationId="{00000000-0000-0000-0000-000000000000}"/>
          </ac:spMkLst>
        </pc:spChg>
        <pc:picChg chg="add del">
          <ac:chgData name="Bani sah" userId="e52f58e9881f5ccf" providerId="LiveId" clId="{6229302C-A2DA-4BBA-A777-18BFAFF83ADF}" dt="2026-04-23T10:05:51.841" v="32" actId="21"/>
          <ac:picMkLst>
            <pc:docMk/>
            <pc:sldMk cId="0" sldId="258"/>
            <ac:picMk id="43" creationId="{87E259A3-5C89-3E19-9060-955A93712EB9}"/>
          </ac:picMkLst>
        </pc:picChg>
      </pc:sldChg>
      <pc:sldChg chg="modSp mod">
        <pc:chgData name="Bani sah" userId="e52f58e9881f5ccf" providerId="LiveId" clId="{6229302C-A2DA-4BBA-A777-18BFAFF83ADF}" dt="2026-04-23T16:53:58.699" v="168" actId="1076"/>
        <pc:sldMkLst>
          <pc:docMk/>
          <pc:sldMk cId="0" sldId="261"/>
        </pc:sldMkLst>
        <pc:spChg chg="mod">
          <ac:chgData name="Bani sah" userId="e52f58e9881f5ccf" providerId="LiveId" clId="{6229302C-A2DA-4BBA-A777-18BFAFF83ADF}" dt="2026-04-23T16:53:58.699" v="168" actId="1076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Bani sah" userId="e52f58e9881f5ccf" providerId="LiveId" clId="{6229302C-A2DA-4BBA-A777-18BFAFF83ADF}" dt="2026-04-23T05:40:28.308" v="1" actId="14100"/>
        <pc:sldMkLst>
          <pc:docMk/>
          <pc:sldMk cId="2499635282" sldId="268"/>
        </pc:sldMkLst>
        <pc:picChg chg="mod">
          <ac:chgData name="Bani sah" userId="e52f58e9881f5ccf" providerId="LiveId" clId="{6229302C-A2DA-4BBA-A777-18BFAFF83ADF}" dt="2026-04-23T05:40:28.308" v="1" actId="14100"/>
          <ac:picMkLst>
            <pc:docMk/>
            <pc:sldMk cId="2499635282" sldId="268"/>
            <ac:picMk id="3" creationId="{46760A94-4DE1-AB78-4B2D-BD54D9BB80FF}"/>
          </ac:picMkLst>
        </pc:picChg>
      </pc:sldChg>
      <pc:sldChg chg="addSp modSp new del mod">
        <pc:chgData name="Bani sah" userId="e52f58e9881f5ccf" providerId="LiveId" clId="{6229302C-A2DA-4BBA-A777-18BFAFF83ADF}" dt="2026-04-23T05:42:47.869" v="5" actId="2696"/>
        <pc:sldMkLst>
          <pc:docMk/>
          <pc:sldMk cId="1105191175" sldId="269"/>
        </pc:sldMkLst>
        <pc:spChg chg="add mod">
          <ac:chgData name="Bani sah" userId="e52f58e9881f5ccf" providerId="LiveId" clId="{6229302C-A2DA-4BBA-A777-18BFAFF83ADF}" dt="2026-04-23T05:42:33.473" v="4" actId="14100"/>
          <ac:spMkLst>
            <pc:docMk/>
            <pc:sldMk cId="1105191175" sldId="269"/>
            <ac:spMk id="4" creationId="{7181FCCB-9A75-F58D-8B7A-374EE6EF31C1}"/>
          </ac:spMkLst>
        </pc:spChg>
        <pc:picChg chg="add mod">
          <ac:chgData name="Bani sah" userId="e52f58e9881f5ccf" providerId="LiveId" clId="{6229302C-A2DA-4BBA-A777-18BFAFF83ADF}" dt="2026-04-23T05:42:33.473" v="4" actId="14100"/>
          <ac:picMkLst>
            <pc:docMk/>
            <pc:sldMk cId="1105191175" sldId="269"/>
            <ac:picMk id="3" creationId="{A2B52418-F448-78E6-E216-7CD1E3698F67}"/>
          </ac:picMkLst>
        </pc:picChg>
      </pc:sldChg>
      <pc:sldChg chg="addSp modSp new mod ord">
        <pc:chgData name="Bani sah" userId="e52f58e9881f5ccf" providerId="LiveId" clId="{6229302C-A2DA-4BBA-A777-18BFAFF83ADF}" dt="2026-04-23T09:53:52.931" v="17" actId="14100"/>
        <pc:sldMkLst>
          <pc:docMk/>
          <pc:sldMk cId="3414937333" sldId="269"/>
        </pc:sldMkLst>
        <pc:picChg chg="add mod">
          <ac:chgData name="Bani sah" userId="e52f58e9881f5ccf" providerId="LiveId" clId="{6229302C-A2DA-4BBA-A777-18BFAFF83ADF}" dt="2026-04-23T09:53:52.931" v="17" actId="14100"/>
          <ac:picMkLst>
            <pc:docMk/>
            <pc:sldMk cId="3414937333" sldId="269"/>
            <ac:picMk id="3" creationId="{9BE3A499-17E8-40F8-75A2-9C6963645F51}"/>
          </ac:picMkLst>
        </pc:picChg>
      </pc:sldChg>
      <pc:sldChg chg="addSp modSp new mod">
        <pc:chgData name="Bani sah" userId="e52f58e9881f5ccf" providerId="LiveId" clId="{6229302C-A2DA-4BBA-A777-18BFAFF83ADF}" dt="2026-04-23T10:06:25.267" v="38" actId="1076"/>
        <pc:sldMkLst>
          <pc:docMk/>
          <pc:sldMk cId="3013067677" sldId="270"/>
        </pc:sldMkLst>
        <pc:picChg chg="add mod">
          <ac:chgData name="Bani sah" userId="e52f58e9881f5ccf" providerId="LiveId" clId="{6229302C-A2DA-4BBA-A777-18BFAFF83ADF}" dt="2026-04-23T10:06:25.267" v="38" actId="1076"/>
          <ac:picMkLst>
            <pc:docMk/>
            <pc:sldMk cId="3013067677" sldId="270"/>
            <ac:picMk id="3" creationId="{E2F8BAE6-A0DE-E3CC-CCA3-3A406F150AEB}"/>
          </ac:picMkLst>
        </pc:picChg>
      </pc:sldChg>
      <pc:sldChg chg="addSp delSp modSp add mod">
        <pc:chgData name="Bani sah" userId="e52f58e9881f5ccf" providerId="LiveId" clId="{6229302C-A2DA-4BBA-A777-18BFAFF83ADF}" dt="2026-04-23T10:14:30.863" v="139" actId="1076"/>
        <pc:sldMkLst>
          <pc:docMk/>
          <pc:sldMk cId="3405987538" sldId="271"/>
        </pc:sldMkLst>
        <pc:spChg chg="mod">
          <ac:chgData name="Bani sah" userId="e52f58e9881f5ccf" providerId="LiveId" clId="{6229302C-A2DA-4BBA-A777-18BFAFF83ADF}" dt="2026-04-23T10:10:56.719" v="64" actId="20577"/>
          <ac:spMkLst>
            <pc:docMk/>
            <pc:sldMk cId="3405987538" sldId="271"/>
            <ac:spMk id="3" creationId="{086D1A50-0BA6-0C9F-DF7E-2A0AE8BDF167}"/>
          </ac:spMkLst>
        </pc:spChg>
        <pc:spChg chg="del">
          <ac:chgData name="Bani sah" userId="e52f58e9881f5ccf" providerId="LiveId" clId="{6229302C-A2DA-4BBA-A777-18BFAFF83ADF}" dt="2026-04-23T10:10:37.591" v="40" actId="478"/>
          <ac:spMkLst>
            <pc:docMk/>
            <pc:sldMk cId="3405987538" sldId="271"/>
            <ac:spMk id="4" creationId="{DA4DCF81-DD2F-1AEC-816A-28D64277D904}"/>
          </ac:spMkLst>
        </pc:spChg>
        <pc:spChg chg="del mod">
          <ac:chgData name="Bani sah" userId="e52f58e9881f5ccf" providerId="LiveId" clId="{6229302C-A2DA-4BBA-A777-18BFAFF83ADF}" dt="2026-04-23T10:11:22.605" v="71" actId="21"/>
          <ac:spMkLst>
            <pc:docMk/>
            <pc:sldMk cId="3405987538" sldId="271"/>
            <ac:spMk id="5" creationId="{350F61CE-85D0-9A6E-1903-97B3BB766A34}"/>
          </ac:spMkLst>
        </pc:spChg>
        <pc:spChg chg="del">
          <ac:chgData name="Bani sah" userId="e52f58e9881f5ccf" providerId="LiveId" clId="{6229302C-A2DA-4BBA-A777-18BFAFF83ADF}" dt="2026-04-23T10:11:11.994" v="67" actId="21"/>
          <ac:spMkLst>
            <pc:docMk/>
            <pc:sldMk cId="3405987538" sldId="271"/>
            <ac:spMk id="6" creationId="{F9937B60-9737-11B8-08A3-A578B31CA858}"/>
          </ac:spMkLst>
        </pc:spChg>
        <pc:spChg chg="del mod">
          <ac:chgData name="Bani sah" userId="e52f58e9881f5ccf" providerId="LiveId" clId="{6229302C-A2DA-4BBA-A777-18BFAFF83ADF}" dt="2026-04-23T10:11:28.273" v="74" actId="478"/>
          <ac:spMkLst>
            <pc:docMk/>
            <pc:sldMk cId="3405987538" sldId="271"/>
            <ac:spMk id="7" creationId="{BEC0C2C7-E4F3-41FC-18A9-A35508F59C68}"/>
          </ac:spMkLst>
        </pc:spChg>
        <pc:spChg chg="mod">
          <ac:chgData name="Bani sah" userId="e52f58e9881f5ccf" providerId="LiveId" clId="{6229302C-A2DA-4BBA-A777-18BFAFF83ADF}" dt="2026-04-23T10:11:30.258" v="82" actId="20577"/>
          <ac:spMkLst>
            <pc:docMk/>
            <pc:sldMk cId="3405987538" sldId="271"/>
            <ac:spMk id="8" creationId="{05B032D1-D051-6C18-EF38-915B478A0030}"/>
          </ac:spMkLst>
        </pc:spChg>
        <pc:spChg chg="del mod">
          <ac:chgData name="Bani sah" userId="e52f58e9881f5ccf" providerId="LiveId" clId="{6229302C-A2DA-4BBA-A777-18BFAFF83ADF}" dt="2026-04-23T10:11:38.256" v="113" actId="21"/>
          <ac:spMkLst>
            <pc:docMk/>
            <pc:sldMk cId="3405987538" sldId="271"/>
            <ac:spMk id="9" creationId="{A3875B72-2FCE-EA16-553D-26D832654B11}"/>
          </ac:spMkLst>
        </pc:spChg>
        <pc:spChg chg="del">
          <ac:chgData name="Bani sah" userId="e52f58e9881f5ccf" providerId="LiveId" clId="{6229302C-A2DA-4BBA-A777-18BFAFF83ADF}" dt="2026-04-23T10:12:21.452" v="122" actId="21"/>
          <ac:spMkLst>
            <pc:docMk/>
            <pc:sldMk cId="3405987538" sldId="271"/>
            <ac:spMk id="10" creationId="{02464A06-33F6-BAF3-EEE8-34EDD55262BA}"/>
          </ac:spMkLst>
        </pc:spChg>
        <pc:spChg chg="del">
          <ac:chgData name="Bani sah" userId="e52f58e9881f5ccf" providerId="LiveId" clId="{6229302C-A2DA-4BBA-A777-18BFAFF83ADF}" dt="2026-04-23T10:13:44.305" v="134" actId="21"/>
          <ac:spMkLst>
            <pc:docMk/>
            <pc:sldMk cId="3405987538" sldId="271"/>
            <ac:spMk id="11" creationId="{E820B07A-F2CF-006F-A879-52856869F6D5}"/>
          </ac:spMkLst>
        </pc:spChg>
        <pc:spChg chg="del">
          <ac:chgData name="Bani sah" userId="e52f58e9881f5ccf" providerId="LiveId" clId="{6229302C-A2DA-4BBA-A777-18BFAFF83ADF}" dt="2026-04-23T10:12:37.481" v="124" actId="21"/>
          <ac:spMkLst>
            <pc:docMk/>
            <pc:sldMk cId="3405987538" sldId="271"/>
            <ac:spMk id="12" creationId="{E2E5F048-13DD-F826-6BDB-88B2901E93FE}"/>
          </ac:spMkLst>
        </pc:spChg>
        <pc:spChg chg="del">
          <ac:chgData name="Bani sah" userId="e52f58e9881f5ccf" providerId="LiveId" clId="{6229302C-A2DA-4BBA-A777-18BFAFF83ADF}" dt="2026-04-23T10:12:29.210" v="123" actId="21"/>
          <ac:spMkLst>
            <pc:docMk/>
            <pc:sldMk cId="3405987538" sldId="271"/>
            <ac:spMk id="13" creationId="{008F793E-27EC-0FA6-8169-21CE64D3FEF1}"/>
          </ac:spMkLst>
        </pc:spChg>
        <pc:spChg chg="del">
          <ac:chgData name="Bani sah" userId="e52f58e9881f5ccf" providerId="LiveId" clId="{6229302C-A2DA-4BBA-A777-18BFAFF83ADF}" dt="2026-04-23T10:12:44.361" v="125" actId="21"/>
          <ac:spMkLst>
            <pc:docMk/>
            <pc:sldMk cId="3405987538" sldId="271"/>
            <ac:spMk id="14" creationId="{95C138D0-757C-F4A6-D9EA-F64863B87E94}"/>
          </ac:spMkLst>
        </pc:spChg>
        <pc:spChg chg="del">
          <ac:chgData name="Bani sah" userId="e52f58e9881f5ccf" providerId="LiveId" clId="{6229302C-A2DA-4BBA-A777-18BFAFF83ADF}" dt="2026-04-23T10:10:59.620" v="65" actId="21"/>
          <ac:spMkLst>
            <pc:docMk/>
            <pc:sldMk cId="3405987538" sldId="271"/>
            <ac:spMk id="15" creationId="{96EAA987-5854-6B1D-F7F7-C7A3A736DD18}"/>
          </ac:spMkLst>
        </pc:spChg>
        <pc:spChg chg="del">
          <ac:chgData name="Bani sah" userId="e52f58e9881f5ccf" providerId="LiveId" clId="{6229302C-A2DA-4BBA-A777-18BFAFF83ADF}" dt="2026-04-23T10:11:06.961" v="66" actId="21"/>
          <ac:spMkLst>
            <pc:docMk/>
            <pc:sldMk cId="3405987538" sldId="271"/>
            <ac:spMk id="16" creationId="{BA742C23-AE04-ACCF-2435-CA3425F25CC1}"/>
          </ac:spMkLst>
        </pc:spChg>
        <pc:spChg chg="del">
          <ac:chgData name="Bani sah" userId="e52f58e9881f5ccf" providerId="LiveId" clId="{6229302C-A2DA-4BBA-A777-18BFAFF83ADF}" dt="2026-04-23T10:11:48.375" v="115" actId="21"/>
          <ac:spMkLst>
            <pc:docMk/>
            <pc:sldMk cId="3405987538" sldId="271"/>
            <ac:spMk id="17" creationId="{EB30C605-6D39-7BDB-D540-68670CB634EB}"/>
          </ac:spMkLst>
        </pc:spChg>
        <pc:spChg chg="del">
          <ac:chgData name="Bani sah" userId="e52f58e9881f5ccf" providerId="LiveId" clId="{6229302C-A2DA-4BBA-A777-18BFAFF83ADF}" dt="2026-04-23T10:11:40.774" v="114" actId="21"/>
          <ac:spMkLst>
            <pc:docMk/>
            <pc:sldMk cId="3405987538" sldId="271"/>
            <ac:spMk id="18" creationId="{850A2D45-6087-E8C8-C902-759766E79A42}"/>
          </ac:spMkLst>
        </pc:spChg>
        <pc:spChg chg="del">
          <ac:chgData name="Bani sah" userId="e52f58e9881f5ccf" providerId="LiveId" clId="{6229302C-A2DA-4BBA-A777-18BFAFF83ADF}" dt="2026-04-23T10:11:54.914" v="116" actId="21"/>
          <ac:spMkLst>
            <pc:docMk/>
            <pc:sldMk cId="3405987538" sldId="271"/>
            <ac:spMk id="19" creationId="{DC31C863-D565-3BD1-161A-701632026796}"/>
          </ac:spMkLst>
        </pc:spChg>
        <pc:spChg chg="del">
          <ac:chgData name="Bani sah" userId="e52f58e9881f5ccf" providerId="LiveId" clId="{6229302C-A2DA-4BBA-A777-18BFAFF83ADF}" dt="2026-04-23T10:13:00.190" v="128" actId="21"/>
          <ac:spMkLst>
            <pc:docMk/>
            <pc:sldMk cId="3405987538" sldId="271"/>
            <ac:spMk id="20" creationId="{8289E30A-D6F9-2F03-4A78-85E8C50D1577}"/>
          </ac:spMkLst>
        </pc:spChg>
        <pc:spChg chg="del">
          <ac:chgData name="Bani sah" userId="e52f58e9881f5ccf" providerId="LiveId" clId="{6229302C-A2DA-4BBA-A777-18BFAFF83ADF}" dt="2026-04-23T10:13:55.735" v="135" actId="21"/>
          <ac:spMkLst>
            <pc:docMk/>
            <pc:sldMk cId="3405987538" sldId="271"/>
            <ac:spMk id="21" creationId="{5092D87A-F6A6-6EDF-5FB4-C824953B219A}"/>
          </ac:spMkLst>
        </pc:spChg>
        <pc:spChg chg="del">
          <ac:chgData name="Bani sah" userId="e52f58e9881f5ccf" providerId="LiveId" clId="{6229302C-A2DA-4BBA-A777-18BFAFF83ADF}" dt="2026-04-23T10:12:51.051" v="126" actId="21"/>
          <ac:spMkLst>
            <pc:docMk/>
            <pc:sldMk cId="3405987538" sldId="271"/>
            <ac:spMk id="22" creationId="{CF894A02-1DAC-079F-948B-55C721B4B4DC}"/>
          </ac:spMkLst>
        </pc:spChg>
        <pc:spChg chg="del">
          <ac:chgData name="Bani sah" userId="e52f58e9881f5ccf" providerId="LiveId" clId="{6229302C-A2DA-4BBA-A777-18BFAFF83ADF}" dt="2026-04-23T10:12:54.245" v="127" actId="21"/>
          <ac:spMkLst>
            <pc:docMk/>
            <pc:sldMk cId="3405987538" sldId="271"/>
            <ac:spMk id="23" creationId="{5A3CCBA2-A738-29DF-07E0-211FAF7EB228}"/>
          </ac:spMkLst>
        </pc:spChg>
        <pc:spChg chg="del">
          <ac:chgData name="Bani sah" userId="e52f58e9881f5ccf" providerId="LiveId" clId="{6229302C-A2DA-4BBA-A777-18BFAFF83ADF}" dt="2026-04-23T10:13:07.381" v="129" actId="21"/>
          <ac:spMkLst>
            <pc:docMk/>
            <pc:sldMk cId="3405987538" sldId="271"/>
            <ac:spMk id="24" creationId="{15C7A886-E229-975C-0C02-144A6324B624}"/>
          </ac:spMkLst>
        </pc:spChg>
        <pc:spChg chg="del">
          <ac:chgData name="Bani sah" userId="e52f58e9881f5ccf" providerId="LiveId" clId="{6229302C-A2DA-4BBA-A777-18BFAFF83ADF}" dt="2026-04-23T10:11:57.891" v="117" actId="21"/>
          <ac:spMkLst>
            <pc:docMk/>
            <pc:sldMk cId="3405987538" sldId="271"/>
            <ac:spMk id="25" creationId="{B5C0E85D-D120-3F87-E494-4019E7BE3F3E}"/>
          </ac:spMkLst>
        </pc:spChg>
        <pc:spChg chg="del">
          <ac:chgData name="Bani sah" userId="e52f58e9881f5ccf" providerId="LiveId" clId="{6229302C-A2DA-4BBA-A777-18BFAFF83ADF}" dt="2026-04-23T10:12:13.091" v="120" actId="21"/>
          <ac:spMkLst>
            <pc:docMk/>
            <pc:sldMk cId="3405987538" sldId="271"/>
            <ac:spMk id="26" creationId="{4BEA349B-BA41-8748-00BE-3F11C7BB019A}"/>
          </ac:spMkLst>
        </pc:spChg>
        <pc:spChg chg="del">
          <ac:chgData name="Bani sah" userId="e52f58e9881f5ccf" providerId="LiveId" clId="{6229302C-A2DA-4BBA-A777-18BFAFF83ADF}" dt="2026-04-23T10:12:17.193" v="121" actId="21"/>
          <ac:spMkLst>
            <pc:docMk/>
            <pc:sldMk cId="3405987538" sldId="271"/>
            <ac:spMk id="27" creationId="{2C061EFB-C111-934A-E229-15B0F7522842}"/>
          </ac:spMkLst>
        </pc:spChg>
        <pc:spChg chg="del">
          <ac:chgData name="Bani sah" userId="e52f58e9881f5ccf" providerId="LiveId" clId="{6229302C-A2DA-4BBA-A777-18BFAFF83ADF}" dt="2026-04-23T10:12:00.853" v="118" actId="21"/>
          <ac:spMkLst>
            <pc:docMk/>
            <pc:sldMk cId="3405987538" sldId="271"/>
            <ac:spMk id="28" creationId="{998DA148-899E-18E0-7EE5-8AD7655B0A2B}"/>
          </ac:spMkLst>
        </pc:spChg>
        <pc:spChg chg="del">
          <ac:chgData name="Bani sah" userId="e52f58e9881f5ccf" providerId="LiveId" clId="{6229302C-A2DA-4BBA-A777-18BFAFF83ADF}" dt="2026-04-23T10:12:09.686" v="119" actId="21"/>
          <ac:spMkLst>
            <pc:docMk/>
            <pc:sldMk cId="3405987538" sldId="271"/>
            <ac:spMk id="29" creationId="{E88BEA4A-5441-281C-B47D-964236BBE98F}"/>
          </ac:spMkLst>
        </pc:spChg>
        <pc:spChg chg="del">
          <ac:chgData name="Bani sah" userId="e52f58e9881f5ccf" providerId="LiveId" clId="{6229302C-A2DA-4BBA-A777-18BFAFF83ADF}" dt="2026-04-23T10:13:11.539" v="130" actId="21"/>
          <ac:spMkLst>
            <pc:docMk/>
            <pc:sldMk cId="3405987538" sldId="271"/>
            <ac:spMk id="30" creationId="{77B5F16C-1010-CDDD-C427-6B40A15A45CA}"/>
          </ac:spMkLst>
        </pc:spChg>
        <pc:spChg chg="del">
          <ac:chgData name="Bani sah" userId="e52f58e9881f5ccf" providerId="LiveId" clId="{6229302C-A2DA-4BBA-A777-18BFAFF83ADF}" dt="2026-04-23T10:14:00.190" v="136" actId="21"/>
          <ac:spMkLst>
            <pc:docMk/>
            <pc:sldMk cId="3405987538" sldId="271"/>
            <ac:spMk id="31" creationId="{CD8569B4-0213-FCC5-3BE7-6982D85EABEE}"/>
          </ac:spMkLst>
        </pc:spChg>
        <pc:spChg chg="del">
          <ac:chgData name="Bani sah" userId="e52f58e9881f5ccf" providerId="LiveId" clId="{6229302C-A2DA-4BBA-A777-18BFAFF83ADF}" dt="2026-04-23T10:13:41.018" v="133" actId="21"/>
          <ac:spMkLst>
            <pc:docMk/>
            <pc:sldMk cId="3405987538" sldId="271"/>
            <ac:spMk id="32" creationId="{59C65901-8214-7DE5-F8F4-87E5E01D9614}"/>
          </ac:spMkLst>
        </pc:spChg>
        <pc:spChg chg="del">
          <ac:chgData name="Bani sah" userId="e52f58e9881f5ccf" providerId="LiveId" clId="{6229302C-A2DA-4BBA-A777-18BFAFF83ADF}" dt="2026-04-23T10:13:24.571" v="132" actId="21"/>
          <ac:spMkLst>
            <pc:docMk/>
            <pc:sldMk cId="3405987538" sldId="271"/>
            <ac:spMk id="33" creationId="{4E73D351-7B23-B4B7-823B-B025CEFDE58D}"/>
          </ac:spMkLst>
        </pc:spChg>
        <pc:spChg chg="del">
          <ac:chgData name="Bani sah" userId="e52f58e9881f5ccf" providerId="LiveId" clId="{6229302C-A2DA-4BBA-A777-18BFAFF83ADF}" dt="2026-04-23T10:13:17.503" v="131" actId="21"/>
          <ac:spMkLst>
            <pc:docMk/>
            <pc:sldMk cId="3405987538" sldId="271"/>
            <ac:spMk id="34" creationId="{40316521-D5F8-065F-157D-227C943E52D6}"/>
          </ac:spMkLst>
        </pc:spChg>
        <pc:picChg chg="add mod">
          <ac:chgData name="Bani sah" userId="e52f58e9881f5ccf" providerId="LiveId" clId="{6229302C-A2DA-4BBA-A777-18BFAFF83ADF}" dt="2026-04-23T10:14:30.863" v="139" actId="1076"/>
          <ac:picMkLst>
            <pc:docMk/>
            <pc:sldMk cId="3405987538" sldId="271"/>
            <ac:picMk id="37" creationId="{D831D279-17CB-1640-11FF-41D6F20EDB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814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FE985-5DD5-F888-9100-1002934E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C06A3-D3B6-6545-F883-029BDEADD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E72B8-9E06-5E24-E0EF-CCBF31530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2C4CE-A578-CA09-37A5-B33E4DA25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15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orethaneoi.blogspot.com/2014/06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3A499-17E8-40F8-75A2-9C6963645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3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51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6400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AWT Components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Java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Window Toolkit — Building GUIs with Java’s Foundational Library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4A51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AWT?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Window Toolkit — Java's original GUI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621792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710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307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Package —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3075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java.awt package, included in every JDK since Java 1.0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621792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0025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0391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Dependent —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0391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native OS widgets — components look like native OS components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8595360" cy="621792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7340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2770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Heavy-Weight —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706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has a native peer; directly tied to the OS windowing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8595360" cy="621792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655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3502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35021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Swing (javax.swing), which extends and improves upon AWT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621792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1970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233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—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42336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delegation event model — listeners respond to user 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AWT Class Hierarchy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 and their inheritance relationships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11415" y="935150"/>
            <a:ext cx="2558914" cy="566928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941832"/>
            <a:ext cx="3108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226210"/>
            <a:ext cx="310896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java.lang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62856" y="1481328"/>
            <a:ext cx="18288" cy="210312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9" name="Shape 7"/>
          <p:cNvSpPr/>
          <p:nvPr/>
        </p:nvSpPr>
        <p:spPr>
          <a:xfrm>
            <a:off x="2940148" y="1691640"/>
            <a:ext cx="3287618" cy="566928"/>
          </a:xfrm>
          <a:prstGeom prst="rect">
            <a:avLst/>
          </a:prstGeom>
          <a:solidFill>
            <a:srgbClr val="0D4F8B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719072"/>
            <a:ext cx="3108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Component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003450"/>
            <a:ext cx="310896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java.awt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62856" y="2258568"/>
            <a:ext cx="18288" cy="210312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95728"/>
            <a:ext cx="18288" cy="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1463040" y="2468880"/>
            <a:ext cx="18288" cy="27432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92369" y="2749882"/>
            <a:ext cx="2011680" cy="548640"/>
          </a:xfrm>
          <a:prstGeom prst="rect">
            <a:avLst/>
          </a:prstGeom>
          <a:solidFill>
            <a:srgbClr val="0B6E4F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7706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044952"/>
            <a:ext cx="20116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java.awt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395728"/>
            <a:ext cx="18288" cy="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480560" y="2468880"/>
            <a:ext cx="18288" cy="27432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2743200"/>
            <a:ext cx="2011680" cy="548640"/>
          </a:xfrm>
          <a:prstGeom prst="rect">
            <a:avLst/>
          </a:prstGeom>
          <a:solidFill>
            <a:srgbClr val="7B2D8B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27706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Button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044952"/>
            <a:ext cx="20116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java.awt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2395728"/>
            <a:ext cx="18288" cy="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7498080" y="2468880"/>
            <a:ext cx="18288" cy="27432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2743200"/>
            <a:ext cx="2011680" cy="548640"/>
          </a:xfrm>
          <a:prstGeom prst="rect">
            <a:avLst/>
          </a:prstGeom>
          <a:solidFill>
            <a:srgbClr val="8B450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27706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Label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044952"/>
            <a:ext cx="20116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java.awt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63040" y="2468880"/>
            <a:ext cx="6400800" cy="18288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79576" y="3291840"/>
            <a:ext cx="18288" cy="22860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" y="3520440"/>
            <a:ext cx="2011680" cy="502920"/>
          </a:xfrm>
          <a:prstGeom prst="rect">
            <a:avLst/>
          </a:prstGeom>
          <a:solidFill>
            <a:srgbClr val="0B4F6B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" y="3547872"/>
            <a:ext cx="20116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Window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" y="3797046"/>
            <a:ext cx="201168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extends Container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flipH="1">
            <a:off x="2491738" y="3305556"/>
            <a:ext cx="45719" cy="22860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4" name="Shape 32"/>
          <p:cNvSpPr/>
          <p:nvPr/>
        </p:nvSpPr>
        <p:spPr>
          <a:xfrm>
            <a:off x="2405575" y="3534156"/>
            <a:ext cx="2011680" cy="502920"/>
          </a:xfrm>
          <a:prstGeom prst="rect">
            <a:avLst/>
          </a:prstGeom>
          <a:solidFill>
            <a:srgbClr val="0B6B3A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68880" y="3547872"/>
            <a:ext cx="20116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Panel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68880" y="3797046"/>
            <a:ext cx="201168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extends Container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79576" y="4023360"/>
            <a:ext cx="18288" cy="22860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" y="4251960"/>
            <a:ext cx="2011680" cy="502920"/>
          </a:xfrm>
          <a:prstGeom prst="rect">
            <a:avLst/>
          </a:prstGeom>
          <a:solidFill>
            <a:srgbClr val="8B000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82880" y="4279392"/>
            <a:ext cx="20116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82880" y="4528566"/>
            <a:ext cx="201168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</a:rPr>
              <a:t>extends Window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A5BB"/>
                </a:solidFill>
              </a:rPr>
              <a:t>AWT Component Hierarchy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F8BAE6-A0DE-E3CC-CCA3-3A406F150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94763" cy="511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6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that can hold other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73736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17373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6733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window with title bar and border. The primary container for AWT applications.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194560"/>
            <a:ext cx="3886200" cy="6858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2199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f = new Frame("Title");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f.setSize(400, 300);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f.setVisible(true);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206240" cy="173736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64008" cy="17373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16733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container — no title bar. Used inside Frames to organize sub-components.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3752" y="2194560"/>
            <a:ext cx="3886200" cy="6858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22199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 p = new Panel();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p.setBackground(Color.GRAY);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frame.add(p);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206240" cy="173736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08960"/>
            <a:ext cx="64008" cy="17373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Dialog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8912" y="3547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window for user interaction. Can be modal (blocks input) or non-modal.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4069080"/>
            <a:ext cx="3886200" cy="6858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9651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 d = new Dialog(frame,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"Info", true);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d.setSize(300, 150);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206240" cy="173736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08960"/>
            <a:ext cx="64008" cy="17373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ScrollPane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73752" y="3547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adds scrollbars when content exceeds the viewport area.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73752" y="4069080"/>
            <a:ext cx="3886200" cy="6858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09651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ScrollPane sp = new ScrollPane();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sp.add(largeComponent);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 &amp; Label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interactive and display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Button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4206240" cy="1645920"/>
          </a:xfrm>
          <a:prstGeom prst="rect">
            <a:avLst/>
          </a:prstGeom>
          <a:noFill/>
          <a:ln/>
        </p:spPr>
        <p:txBody>
          <a:bodyPr wrap="square" lIns="63500" tIns="190500" rIns="1016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component that triggers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ActionEvent on click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setLabel() and getLabel()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enabled / disabled via setEnabled()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206240" cy="164592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402336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component that triggers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ActionEvent on click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setLabel() and getLabel()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enabled / disabled via setEnabled()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4206240" cy="1737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906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31012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btn = new Button("Click Me");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btn.addActionListener(e -&gt;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System.out.println("Clicked!");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panel.add(btn);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20624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Label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1389888"/>
            <a:ext cx="4206240" cy="1645920"/>
          </a:xfrm>
          <a:prstGeom prst="rect">
            <a:avLst/>
          </a:prstGeom>
          <a:noFill/>
          <a:ln/>
        </p:spPr>
        <p:txBody>
          <a:bodyPr wrap="square" lIns="63500" tIns="190500" rIns="1016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read-only, non-editable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LEFT, CENTER, RIGHT alignment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text via setText() at runtime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form field labels and headings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389888"/>
            <a:ext cx="4206240" cy="164592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402336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read-only, non-editable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LEFT, CENTER, RIGHT alignment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text via setText() at runtime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form field labels and headings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206240" cy="1737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906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31012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lbl = new Label("Name:",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Label.RIGHT);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lbl.setFont(new Font("Arial",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Font.BOLD, 14));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frame.add(lbl);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Input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TextField, TextArea, and TextComponent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346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83464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TextField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1216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CCFF"/>
                </a:solidFill>
              </a:rPr>
              <a:t>Single-line text 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 of editable 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801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setEchoChar() for password masking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2139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addActionListener() on Enter key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24780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getText() / setText() methods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834640"/>
            <a:ext cx="2651760" cy="11887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2862072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 tf = new TextField(20);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tf.setEchoChar('*'); // password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tf.addActionListener(e 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process(tf.getText()));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82112" y="960120"/>
            <a:ext cx="28346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960120"/>
            <a:ext cx="283464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3182112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TextArea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82112" y="1216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CCFF"/>
                </a:solidFill>
              </a:rPr>
              <a:t>Multi-line text input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73552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rows and columns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73552" y="1801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SCROLLBARS_BOTH / VERTICAL / 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73552" y="2139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append(), insert(), replaceRange()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73552" y="24780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getCaretPosition() support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2834640"/>
            <a:ext cx="2651760" cy="11887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4" name="Text 22"/>
          <p:cNvSpPr/>
          <p:nvPr/>
        </p:nvSpPr>
        <p:spPr>
          <a:xfrm>
            <a:off x="3319272" y="2862072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TextArea ta = new TextArea(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 text", 5, 20,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TextArea.SCROLLBARS_VERTICAL);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ta.setEditable(true);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63056" y="960120"/>
            <a:ext cx="28346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960120"/>
            <a:ext cx="2834640" cy="4572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056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TextComponent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3056" y="1216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CCFF"/>
                </a:solidFill>
              </a:rPr>
              <a:t>Abstract parent class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54496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 for TextField &amp; TextArea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1801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getText(), setText()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2139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select(), selectAll(), setEditable()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24780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addTextListener() for changes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54496" y="2834640"/>
            <a:ext cx="2651760" cy="11887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4" name="Text 32"/>
          <p:cNvSpPr/>
          <p:nvPr/>
        </p:nvSpPr>
        <p:spPr>
          <a:xfrm>
            <a:off x="6300216" y="2862072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TextComponent is abstract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interface used by both: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component.setEditable(false);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component.selectAll();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Choice, List, Checkbox, and CheckboxGroup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59436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▼  Choice (Dropdown)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pop-up menu for single selection. Compact UI element.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651760" cy="16002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450592"/>
            <a:ext cx="2514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 c = new Choice();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c.add("Option A");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c.add("Option B");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c.addItemListener(e -&gt;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use(c.getSelectedItem()));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960120"/>
            <a:ext cx="28346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960120"/>
            <a:ext cx="2834640" cy="594360"/>
          </a:xfrm>
          <a:prstGeom prst="rect">
            <a:avLst/>
          </a:prstGeom>
          <a:solidFill>
            <a:srgbClr val="6B1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☰  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list. Supports single or multi-selection mode.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9272" y="2423160"/>
            <a:ext cx="2651760" cy="16002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2450592"/>
            <a:ext cx="2514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list = new List(4, true);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list.add("Item 1");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list.add("Item 2");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sel =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list.getSelectedItems();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960120"/>
            <a:ext cx="28346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960120"/>
            <a:ext cx="2834640" cy="594360"/>
          </a:xfrm>
          <a:prstGeom prst="rect">
            <a:avLst/>
          </a:prstGeom>
          <a:solidFill>
            <a:srgbClr val="8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Checkbox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on/off. Use CheckboxGroup for radio-button behavior.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2784" y="2423160"/>
            <a:ext cx="2651760" cy="16002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18504" y="2450592"/>
            <a:ext cx="2514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CheckboxGroup cg =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CheckboxGroup();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 r1 = new Checkbox(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"Yes", cg, true);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 r2 = new Checkbox(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"No", cg, false);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AWT Layout Managers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AWT arranges components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FlowLayout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left-to-right, wraps to next row. Default for Panel.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240280"/>
            <a:ext cx="2468880" cy="502920"/>
          </a:xfrm>
          <a:prstGeom prst="rect">
            <a:avLst/>
          </a:prstGeom>
          <a:solidFill>
            <a:srgbClr val="0A1520"/>
          </a:solidFill>
          <a:ln/>
        </p:spPr>
        <p:txBody>
          <a:bodyPr wrap="square" lIns="38100" tIns="76200" rIns="762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FlowLayout())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169164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64008" cy="1691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BorderLayout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regions: NORTH, SOUTH, EAST, WEST, CENTER. Default for Frame.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9272" y="2240280"/>
            <a:ext cx="2468880" cy="502920"/>
          </a:xfrm>
          <a:prstGeom prst="rect">
            <a:avLst/>
          </a:prstGeom>
          <a:solidFill>
            <a:srgbClr val="0A1520"/>
          </a:solidFill>
          <a:ln/>
        </p:spPr>
        <p:txBody>
          <a:bodyPr wrap="square" lIns="38100" tIns="76200" rIns="762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BorderLayout())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743200" cy="169164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64008" cy="16916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GridLayout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in a grid of equal cells (rows × columns).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2240280"/>
            <a:ext cx="2468880" cy="502920"/>
          </a:xfrm>
          <a:prstGeom prst="rect">
            <a:avLst/>
          </a:prstGeom>
          <a:solidFill>
            <a:srgbClr val="0A1520"/>
          </a:solidFill>
          <a:ln/>
        </p:spPr>
        <p:txBody>
          <a:bodyPr wrap="square" lIns="38100" tIns="76200" rIns="762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GridLayout())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64008" cy="1691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CardLayout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4930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components like cards; show one at a time.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114800"/>
            <a:ext cx="2468880" cy="502920"/>
          </a:xfrm>
          <a:prstGeom prst="rect">
            <a:avLst/>
          </a:prstGeom>
          <a:solidFill>
            <a:srgbClr val="0A1520"/>
          </a:solidFill>
          <a:ln/>
        </p:spPr>
        <p:txBody>
          <a:bodyPr wrap="square" lIns="38100" tIns="76200" rIns="762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CardLayout())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743200" cy="169164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017520"/>
            <a:ext cx="64008" cy="169164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7" name="Text 25"/>
          <p:cNvSpPr/>
          <p:nvPr/>
        </p:nvSpPr>
        <p:spPr>
          <a:xfrm>
            <a:off x="3319272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GridBagLayout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9272" y="34930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grid — cells can span multiple rows/columns.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9272" y="4114800"/>
            <a:ext cx="2468880" cy="502920"/>
          </a:xfrm>
          <a:prstGeom prst="rect">
            <a:avLst/>
          </a:prstGeom>
          <a:solidFill>
            <a:srgbClr val="0A1520"/>
          </a:solidFill>
          <a:ln/>
        </p:spPr>
        <p:txBody>
          <a:bodyPr wrap="square" lIns="38100" tIns="76200" rIns="762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GridBagLayout())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743200" cy="169164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017520"/>
            <a:ext cx="64008" cy="1691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199632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Layout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9632" y="34930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positioning using setBounds(x, y, w, h).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4114800"/>
            <a:ext cx="2468880" cy="502920"/>
          </a:xfrm>
          <a:prstGeom prst="rect">
            <a:avLst/>
          </a:prstGeom>
          <a:solidFill>
            <a:srgbClr val="0A1520"/>
          </a:solidFill>
          <a:ln/>
        </p:spPr>
        <p:txBody>
          <a:bodyPr wrap="square" lIns="38100" tIns="76200" rIns="762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null Layout())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AWT Event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Event Model — Events, Sources &amp; Listeners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 Source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(e.g., Button)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011680" cy="731520"/>
          </a:xfrm>
          <a:prstGeom prst="rect">
            <a:avLst/>
          </a:prstGeom>
          <a:solidFill>
            <a:srgbClr val="6A1B9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 Object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(ActionEvent)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371600"/>
            <a:ext cx="2194560" cy="731520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 Listener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(ActionListener)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1709928"/>
            <a:ext cx="1005840" cy="4572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160934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A51A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709928"/>
            <a:ext cx="1005840" cy="4572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160934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A51A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377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AWT Events &amp; Listeners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20848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Listener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ActionListener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actionPerformed()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click, menu select, Enter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MouseListener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mouseClicked() / Pressed()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 button press/release/click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KeyListener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keyPressed() / Released()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key press or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ItemListener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itemStateChanged()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/ Choice selection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WindowListener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windowClosing() etc.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open, close, minimize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Scrollbar &amp; Canvas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Drawing, custom graphics, and scrollable ranges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45720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🎨  Canvas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rectangular area for custom drawing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paint(Graphics g) to draw shapes, text, images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Graphics methods: drawLine, drawRect, fillOval, drawImage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base for animations and custom widgets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4023360" cy="199339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971800"/>
            <a:ext cx="3886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MyCanvas extends Canvas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paint(Graphics 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g.setColor(Color.RED);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g.fillOval(50, 50, 100, 100);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g.drawString("AWT!", 70, 110);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206240" cy="4069080"/>
          </a:xfrm>
          <a:prstGeom prst="rect">
            <a:avLst/>
          </a:prstGeom>
          <a:solidFill>
            <a:srgbClr val="162233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60120"/>
            <a:ext cx="4206240" cy="457200"/>
          </a:xfrm>
          <a:prstGeom prst="rect">
            <a:avLst/>
          </a:prstGeom>
          <a:solidFill>
            <a:srgbClr val="4A158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↕  Scrollbar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or HORIZONTAL orientation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minimum → maximum with block/unit increments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addAdjustmentListener() for value change events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56032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getValue() returns current scroll position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944368"/>
            <a:ext cx="4023360" cy="199339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71800"/>
            <a:ext cx="3886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Scrollbar sb = new Scrollbar(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Scrollbar.VERTICAL,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0,    // initial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10,   // visible 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0, 100 // min, max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sb.addAdjustmentListener(e 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use(sb.getValue()));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AWT vs Swing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GUI toolkit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5112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Heavy-weight (native peers)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Light-weight (pure Java)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&amp; Feel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Pluggable (Nimbus, Metal,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set (~20)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set (JTable, JTree, JTabbedPane…)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for simple UIs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overhead, but more flexible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rendering differences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across all platforms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Model-View-Controller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/ foundational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for desktop Java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A51A"/>
                </a:solidFill>
              </a:rPr>
              <a:t>💡  Swing extends AWT — understanding AWT is essential to mastering Swing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EA5BB"/>
                </a:solidFill>
              </a:rPr>
              <a:t>AWT Components in Java —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105156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0515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874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 is the original Java GUI library — all Swing components build on 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206240" cy="105156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64008" cy="10515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14447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3752" y="1874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Panel, Dialog &amp; ScrollPane organize and host other components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206240" cy="105156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0320"/>
            <a:ext cx="64008" cy="10515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🖱️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2633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" y="3063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Button, Label, TextField, TextArea provide core user interactions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206240" cy="105156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60320"/>
            <a:ext cx="64008" cy="10515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☑️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2633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73752" y="3063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Choice, List, Checkbox, CheckboxGroup handle user selections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49040"/>
            <a:ext cx="4206240" cy="105156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49040"/>
            <a:ext cx="64008" cy="10515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822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38221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Managers (Flow, Border, Grid…) handle component positioning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49040"/>
            <a:ext cx="4206240" cy="1051560"/>
          </a:xfrm>
          <a:prstGeom prst="rect">
            <a:avLst/>
          </a:prstGeom>
          <a:solidFill>
            <a:srgbClr val="1622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49040"/>
            <a:ext cx="64008" cy="1051560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822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38221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73752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model — Listeners on Sources handle user-triggered Events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4A51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3CEAA-9914-95CB-5727-A8901190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537224-A08F-7BB2-FE7A-353E9DC860F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51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6D1A50-0BA6-0C9F-DF7E-2A0AE8BDF167}"/>
              </a:ext>
            </a:extLst>
          </p:cNvPr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-:</a:t>
            </a:r>
            <a:r>
              <a:rPr lang="en-US" sz="3400" b="1" dirty="0" err="1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Refrences</a:t>
            </a:r>
            <a:r>
              <a:rPr lang="en-US" sz="3400" b="1" dirty="0">
                <a:solidFill>
                  <a:srgbClr val="F4A5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:-</a:t>
            </a:r>
            <a:endParaRPr lang="en-US" sz="3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B032D1-D051-6C18-EF38-915B478A0030}"/>
              </a:ext>
            </a:extLst>
          </p:cNvPr>
          <p:cNvSpPr/>
          <p:nvPr/>
        </p:nvSpPr>
        <p:spPr>
          <a:xfrm>
            <a:off x="914400" y="14447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9846885-AF6C-51E5-493B-98F15182F1B1}"/>
              </a:ext>
            </a:extLst>
          </p:cNvPr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4A51A"/>
          </a:solidFill>
          <a:ln/>
        </p:spPr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831D279-17CB-1640-11FF-41D6F20ED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4" y="953720"/>
            <a:ext cx="8496886" cy="420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87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60A94-4DE1-AB78-4B2D-BD54D9BB8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C974DF-CCF8-713F-95AF-7EF98D8A252A}"/>
              </a:ext>
            </a:extLst>
          </p:cNvPr>
          <p:cNvSpPr txBox="1"/>
          <p:nvPr/>
        </p:nvSpPr>
        <p:spPr>
          <a:xfrm>
            <a:off x="726392" y="5143500"/>
            <a:ext cx="7691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morethaneoi.blogspot.com/2014/06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49963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1389</Words>
  <Application>Microsoft Office PowerPoint</Application>
  <PresentationFormat>On-screen Show (16:9)</PresentationFormat>
  <Paragraphs>286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AWT Components in Java</dc:title>
  <dc:subject>PptxGenJS Presentation</dc:subject>
  <dc:creator>Java Expert</dc:creator>
  <cp:lastModifiedBy>Bani sah</cp:lastModifiedBy>
  <cp:revision>2</cp:revision>
  <dcterms:created xsi:type="dcterms:W3CDTF">2026-04-23T05:26:07Z</dcterms:created>
  <dcterms:modified xsi:type="dcterms:W3CDTF">2026-04-23T16:54:06Z</dcterms:modified>
</cp:coreProperties>
</file>